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574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Fruit Selling Business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0" y="30861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A0A0"/>
                </a:solidFill>
              </a:rPr>
              <a:t>Generated by NextGen AI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Introduction to Fruits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666666"/>
                </a:solidFill>
              </a:rPr>
              <a:t>Importance of fruits in our diet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666666"/>
                </a:solidFill>
              </a:rPr>
              <a:t>Types of fruits (tropical, citrus, berries, etc.)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Benefits of Fruits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666666"/>
                </a:solidFill>
              </a:rPr>
              <a:t>Health benefits (vitamins, antioxidants, fiber)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666666"/>
                </a:solidFill>
              </a:rPr>
              <a:t>Economic benefits (employment, export)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Market Analysis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666666"/>
                </a:solidFill>
              </a:rPr>
              <a:t>Current market trends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666666"/>
                </a:solidFill>
              </a:rPr>
              <a:t>Demand and supply analysis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666666"/>
                </a:solidFill>
              </a:rPr>
              <a:t>Target audience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Types of Fruit Selling Businesses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666666"/>
                </a:solidFill>
              </a:rPr>
              <a:t>Retail (supermarkets, fruit stands)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666666"/>
                </a:solidFill>
              </a:rPr>
              <a:t>Wholesale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666666"/>
                </a:solidFill>
              </a:rPr>
              <a:t>Online fruit delivery services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Starting a Fruit Selling Business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666666"/>
                </a:solidFill>
              </a:rPr>
              <a:t>Initial investment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666666"/>
                </a:solidFill>
              </a:rPr>
              <a:t>Licensing and permits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666666"/>
                </a:solidFill>
              </a:rPr>
              <a:t>Location selection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Marketing Strategies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666666"/>
                </a:solidFill>
              </a:rPr>
              <a:t>Social media marketing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666666"/>
                </a:solidFill>
              </a:rPr>
              <a:t>Local advertising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666666"/>
                </a:solidFill>
              </a:rPr>
              <a:t>Promotions and discounts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Challenges and Solutions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666666"/>
                </a:solidFill>
              </a:rPr>
              <a:t>Common challenges (seasonal fluctuations, logistics)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666666"/>
                </a:solidFill>
              </a:rPr>
              <a:t>Innovative solutions (cold storage, online platforms)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666666"/>
                </a:solidFill>
              </a:rPr>
              <a:t>Recap of the fruit selling business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666666"/>
                </a:solidFill>
              </a:rPr>
              <a:t>Future prospects and growth opportunities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References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666666"/>
                </a:solidFill>
              </a:rPr>
              <a:t>List of sources used in the presentation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2026-04-13T17:17:58Z</dcterms:created>
  <dcterms:modified xsi:type="dcterms:W3CDTF">2026-04-13T17:17:58Z</dcterms:modified>
</cp:coreProperties>
</file>