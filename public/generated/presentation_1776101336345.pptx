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Fruit Selling Business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0861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A0"/>
                </a:solidFill>
              </a:rPr>
              <a:t>Generated by NextGen AI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Fruits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85762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>
              <a:lnSpc>
                <a:spcPts val="2800"/>
              </a:lnSpc>
            </a:pPr>
            <a:r>
              <a:rPr lang="en-US" sz="2400" dirty="0">
                <a:solidFill>
                  <a:srgbClr val="374151"/>
                </a:solidFill>
              </a:rPr>
              <a:t>Fruits are a rich source of essential nutrients</a:t>
            </a:r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374151"/>
                </a:solidFill>
              </a:rPr>
              <a:t>They come in a variety of shapes, sizes, and colors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© NextGen AI | Fruit Selling Business | Page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Fruits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85762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>
              <a:lnSpc>
                <a:spcPts val="2800"/>
              </a:lnSpc>
            </a:pPr>
            <a:r>
              <a:rPr lang="en-US" sz="2400" dirty="0">
                <a:solidFill>
                  <a:srgbClr val="374151"/>
                </a:solidFill>
              </a:rPr>
              <a:t>Rich in vitamins and minerals</a:t>
            </a:r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374151"/>
                </a:solidFill>
              </a:rPr>
              <a:t>High in antioxidants</a:t>
            </a:r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374151"/>
                </a:solidFill>
              </a:rPr>
              <a:t>Supports healthy digestion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© NextGen AI | Fruit Selling Business | Page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85762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>
              <a:lnSpc>
                <a:spcPts val="2800"/>
              </a:lnSpc>
            </a:pPr>
            <a:r>
              <a:rPr lang="en-US" sz="2400" dirty="0">
                <a:solidFill>
                  <a:srgbClr val="374151"/>
                </a:solidFill>
              </a:rPr>
              <a:t>Growing demand for fresh and organic fruits</a:t>
            </a:r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374151"/>
                </a:solidFill>
              </a:rPr>
              <a:t>Increasing competition in the fruit selling market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© NextGen AI | Fruit Selling Business | Page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Fruit Selling Businesses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85762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>
              <a:lnSpc>
                <a:spcPts val="2800"/>
              </a:lnSpc>
            </a:pPr>
            <a:r>
              <a:rPr lang="en-US" sz="2400" dirty="0">
                <a:solidFill>
                  <a:srgbClr val="374151"/>
                </a:solidFill>
              </a:rPr>
              <a:t>Retail fruit stores</a:t>
            </a:r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374151"/>
                </a:solidFill>
              </a:rPr>
              <a:t>Wholesale fruit suppliers</a:t>
            </a:r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374151"/>
                </a:solidFill>
              </a:rPr>
              <a:t>Online fruit delivery services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© NextGen AI | Fruit Selling Business | Page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Strategies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85762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>
              <a:lnSpc>
                <a:spcPts val="2800"/>
              </a:lnSpc>
            </a:pPr>
            <a:r>
              <a:rPr lang="en-US" sz="2400" dirty="0">
                <a:solidFill>
                  <a:srgbClr val="374151"/>
                </a:solidFill>
              </a:rPr>
              <a:t>Social media marketing</a:t>
            </a:r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374151"/>
                </a:solidFill>
              </a:rPr>
              <a:t>Local advertising</a:t>
            </a:r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374151"/>
                </a:solidFill>
              </a:rPr>
              <a:t>In-store promotions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© NextGen AI | Fruit Selling Business | Page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and Solutions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85762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>
              <a:lnSpc>
                <a:spcPts val="2800"/>
              </a:lnSpc>
            </a:pPr>
            <a:r>
              <a:rPr lang="en-US" sz="2400" dirty="0">
                <a:solidFill>
                  <a:srgbClr val="374151"/>
                </a:solidFill>
              </a:rPr>
              <a:t>Seasonal fluctuations in fruit supply</a:t>
            </a:r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374151"/>
                </a:solidFill>
              </a:rPr>
              <a:t>Logistical challenges in maintaining freshness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© NextGen AI | Fruit Selling Business | Page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85762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>
              <a:lnSpc>
                <a:spcPts val="2800"/>
              </a:lnSpc>
            </a:pPr>
            <a:r>
              <a:rPr lang="en-US" sz="2400" dirty="0">
                <a:solidFill>
                  <a:srgbClr val="374151"/>
                </a:solidFill>
              </a:rPr>
              <a:t>Fruit selling business has a lot of potential for growth</a:t>
            </a:r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374151"/>
                </a:solidFill>
              </a:rPr>
              <a:t>Requires careful planning and execution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© NextGen AI | Fruit Selling Business | Page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2026-04-13T17:28:56Z</dcterms:created>
  <dcterms:modified xsi:type="dcterms:W3CDTF">2026-04-13T17:28:56Z</dcterms:modified>
</cp:coreProperties>
</file>