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Fruit Selling Business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0861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0A0"/>
                </a:solidFill>
              </a:rPr>
              <a:t>Generated by NextGen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 to Fruits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Benefits of Fruits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Market Analysis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Types of Fruit Selling Businesses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Starting a Fruit Selling Business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Marketing Strategies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Challenges and Solutions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2026-04-13T17:14:44Z</dcterms:created>
  <dcterms:modified xsi:type="dcterms:W3CDTF">2026-04-13T17:14:44Z</dcterms:modified>
</cp:coreProperties>
</file>